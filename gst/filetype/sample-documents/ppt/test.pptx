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3"/>
  </p:normalViewPr>
  <p:slideViewPr>
    <p:cSldViewPr snapToGrid="0" snapToObjects="1">
      <p:cViewPr varScale="1">
        <p:scale>
          <a:sx n="115" d="100"/>
          <a:sy n="115" d="100"/>
        </p:scale>
        <p:origin x="1016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69B23A-0C39-3347-B077-6B5FB0FCFA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21E2F68-2FFD-4449-846E-AACF3CD307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32372F9-AA35-FD4A-961B-E04A6D5974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227AF-FC3F-B549-9908-80E4CD6D657E}" type="datetimeFigureOut">
              <a:rPr kumimoji="1" lang="zh-CN" altLang="en-US" smtClean="0"/>
              <a:t>2022/12/18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ECBC8BD-5A9D-194C-99BB-59209ACCCD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55EB368-E27D-8A4F-9421-614FB47AD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4A76E-65DE-F847-B6E8-469BC615042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392554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366CE7-8543-5C4E-943B-35E844B4C4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2E4A366-3E16-8E45-B19A-03730A33DC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9BFC1E9-FB96-864F-90A2-14CFF6CEB7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227AF-FC3F-B549-9908-80E4CD6D657E}" type="datetimeFigureOut">
              <a:rPr kumimoji="1" lang="zh-CN" altLang="en-US" smtClean="0"/>
              <a:t>2022/12/18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B4EE088-0AC4-F445-BF60-780E601CC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00AF4EF-11AD-174E-9D39-7A65618B5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4A76E-65DE-F847-B6E8-469BC615042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738011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9706E7-A446-2C4C-87E5-116CD390E5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BC5771B-710F-1C43-BD2F-F8B896B952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57D40C4-8ED8-6144-ADBE-CDB8F8AE6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227AF-FC3F-B549-9908-80E4CD6D657E}" type="datetimeFigureOut">
              <a:rPr kumimoji="1" lang="zh-CN" altLang="en-US" smtClean="0"/>
              <a:t>2022/12/18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6F86831-4AB5-954E-B038-B9E831CFB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5668BAA-6BEB-9B49-BA29-C17CA8F7C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4A76E-65DE-F847-B6E8-469BC615042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337284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22EDE3-022F-BC47-9098-FB571E4ACD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D5C51D5-F86D-E444-ADE6-87C1AB5235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1416E00-5238-E244-B8A7-91FB327076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14FFC77-B75C-DE42-83C6-18C942B10D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227AF-FC3F-B549-9908-80E4CD6D657E}" type="datetimeFigureOut">
              <a:rPr kumimoji="1" lang="zh-CN" altLang="en-US" smtClean="0"/>
              <a:t>2022/12/18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5E22EF9-E8C7-B34A-A23B-3C91D70EA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A83A991-E68C-AB4A-AB07-CE746CFE8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4A76E-65DE-F847-B6E8-469BC615042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354184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47A5B7-863E-5D45-B66B-F29A8D197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4561947-34CC-884E-AA75-3220BDBE13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9BE75DE-D511-6F45-A466-81CFCC2810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60AF620-0C4A-3646-B2C1-6A09793C40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2BB6F9F-B9B9-6C40-A2EB-33A7A2B5E5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9230214-4658-9440-BA53-5E5BD228AA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227AF-FC3F-B549-9908-80E4CD6D657E}" type="datetimeFigureOut">
              <a:rPr kumimoji="1" lang="zh-CN" altLang="en-US" smtClean="0"/>
              <a:t>2022/12/18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5F94CF7-2C9D-4B45-B975-CA11DF7D6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9F64B95-76CE-C746-B861-94355B758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4A76E-65DE-F847-B6E8-469BC615042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212034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304147-A91F-5D47-B0ED-FAD0EE89F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1C835B1-FD22-C149-A468-A66CA0B917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227AF-FC3F-B549-9908-80E4CD6D657E}" type="datetimeFigureOut">
              <a:rPr kumimoji="1" lang="zh-CN" altLang="en-US" smtClean="0"/>
              <a:t>2022/12/18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7984DA3-9FBB-0244-8D73-412CAF952E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9812F4A-FBB5-254D-BC5D-EFAE5870B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4A76E-65DE-F847-B6E8-469BC615042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753688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48A049A-61DA-044C-980D-4CA18F320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227AF-FC3F-B549-9908-80E4CD6D657E}" type="datetimeFigureOut">
              <a:rPr kumimoji="1" lang="zh-CN" altLang="en-US" smtClean="0"/>
              <a:t>2022/12/18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6860379-2776-124A-A149-C64FC2EAE0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B2C3C2D-0BC1-C149-972E-1B4117F26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4A76E-65DE-F847-B6E8-469BC615042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972122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2F9DE0-295D-3A4F-93CD-C94EFEDCD8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FC1AE40-6D98-0744-9F82-BEDA6DFD13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ADA4C2B-BEED-D745-9D55-18AFC2379C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8ADCD7F-9998-3747-BB71-2A770222C2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227AF-FC3F-B549-9908-80E4CD6D657E}" type="datetimeFigureOut">
              <a:rPr kumimoji="1" lang="zh-CN" altLang="en-US" smtClean="0"/>
              <a:t>2022/12/18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DF6E05-D7A2-3F4B-839C-B13ED30AA2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B5D61E3-8900-3747-9DCB-90921295F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4A76E-65DE-F847-B6E8-469BC615042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449929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2974C5-87AB-3347-8234-2425D718E2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FFFFD11-205F-DB49-B466-800E578C0C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192EF52-D6A4-484F-895E-A0992C874E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231C400-CD31-294E-A504-F81F2D769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227AF-FC3F-B549-9908-80E4CD6D657E}" type="datetimeFigureOut">
              <a:rPr kumimoji="1" lang="zh-CN" altLang="en-US" smtClean="0"/>
              <a:t>2022/12/18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CF8E2E3-58C5-9D4B-B021-06A5891CD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9219ACA-DDC1-564E-9F9B-8529B8FEF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4A76E-65DE-F847-B6E8-469BC615042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035919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1C74F5-46E2-DD47-99B4-FE9E208A76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5DC1BA6-CBCE-9340-A6C4-85F504A854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C632339-CD87-EF4F-8368-6B15C1290F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227AF-FC3F-B549-9908-80E4CD6D657E}" type="datetimeFigureOut">
              <a:rPr kumimoji="1" lang="zh-CN" altLang="en-US" smtClean="0"/>
              <a:t>2022/12/18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2917BB1-1C93-834E-BF13-6E84508909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EA8AEEF-6584-9049-8F2F-45285148F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4A76E-65DE-F847-B6E8-469BC615042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271937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BCB5A05-8DA6-0745-BFA6-4190C7C1BD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127EFBA-FD56-C344-9DAC-F53DA719EE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647D566-D9BB-8D4C-A6B9-414B91AB51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227AF-FC3F-B549-9908-80E4CD6D657E}" type="datetimeFigureOut">
              <a:rPr kumimoji="1" lang="zh-CN" altLang="en-US" smtClean="0"/>
              <a:t>2022/12/18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93E0F0F-7C04-B846-9B99-8E2EC9E35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8BB2547-D3C1-5240-9B63-2348D8DC7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4A76E-65DE-F847-B6E8-469BC615042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40967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8360D52-87F1-0942-9B3B-EA6E5EBE49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FB49FD-9E31-6844-8616-3A4989923E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DF06594-ECF1-6D4D-9643-D19A382732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9227AF-FC3F-B549-9908-80E4CD6D657E}" type="datetimeFigureOut">
              <a:rPr kumimoji="1" lang="zh-CN" altLang="en-US" smtClean="0"/>
              <a:t>2022/12/18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AEF5150-C9BC-174C-BE8D-0B40ADA778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D2FFCE6-8BDC-9E4F-85B7-F6CB556B44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D4A76E-65DE-F847-B6E8-469BC615042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27475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D7B9C3-FF8A-074E-9E51-1F00463B01E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zh-CN" dirty="0"/>
              <a:t>test</a:t>
            </a:r>
            <a:endParaRPr kumimoji="1"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D99D3D2-4FA6-0344-9A8B-D622FF9DAAA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en-US" altLang="zh-CN"/>
              <a:t>test</a:t>
            </a:r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625410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Macintosh PowerPoint</Application>
  <PresentationFormat>宽屏</PresentationFormat>
  <Paragraphs>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test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</dc:title>
  <dc:creator>Microsoft Office User</dc:creator>
  <cp:lastModifiedBy>Microsoft Office User</cp:lastModifiedBy>
  <cp:revision>1</cp:revision>
  <dcterms:created xsi:type="dcterms:W3CDTF">2022-12-18T03:04:20Z</dcterms:created>
  <dcterms:modified xsi:type="dcterms:W3CDTF">2022-12-18T03:04:35Z</dcterms:modified>
</cp:coreProperties>
</file>